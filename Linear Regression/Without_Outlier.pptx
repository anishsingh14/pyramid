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Score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Implementation of Linear Regression</a:t>
            </a:r>
          </a:p>
          <a:p>
            <a:r>
              <a:t>Using Python &amp;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is a statistical method that models the relationship between a dependent variable (Score) and one or more independent variables (Hours).</a:t>
            </a:r>
          </a:p>
          <a:p/>
          <a:p>
            <a:r>
              <a:t>Goal: To find the 'Line of Best Fit' that minimizes the error between actual and predicted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Dataset (student_scores.csv)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snippet of the data used for training: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2860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Scores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Courier New"/>
              </a:defRPr>
            </a:pPr>
            <a:r>
              <a:t>from sklearn.linear_model import LinearRegression</a:t>
            </a:r>
            <a:br/>
            <a:r>
              <a:t>regressor = LinearRegression()</a:t>
            </a:r>
            <a:br/>
            <a:r>
              <a:t>regressor.fit(X_train, y_train)</a:t>
            </a:r>
            <a:br/>
            <a:br/>
            <a:r>
              <a:t># Predict for a new value</a:t>
            </a:r>
            <a:br/>
            <a:r>
              <a:t>prediction = regressor.predict([[9.25]])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the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nitial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Regression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egress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(R-Squared Score): 0.945 (94.5%)</a:t>
            </a:r>
          </a:p>
          <a:p>
            <a:r>
              <a:t>Mean Absolute Error: 4.18</a:t>
            </a:r>
          </a:p>
          <a:p/>
          <a:p>
            <a:r>
              <a:t>Prediction Case:</a:t>
            </a:r>
          </a:p>
          <a:p>
            <a:r>
              <a:t>Input: 9.25 Hours of Study/Day</a:t>
            </a:r>
          </a:p>
          <a:p>
            <a:r>
              <a:t>Result: 93.69% Predicted Score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