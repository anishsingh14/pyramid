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0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6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6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0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4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4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5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6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0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9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98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03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60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54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64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14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6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5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39" y="1363414"/>
            <a:ext cx="6753561" cy="1434412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Implementing Linear Regression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39" y="3784320"/>
            <a:ext cx="7471315" cy="861420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:- Mahima (241000050103) &amp; Anish Singh (241000050104)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 :- Dr. Neetu Singla (Assistant Professor)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40040"/>
            <a:ext cx="6345260" cy="3530600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is a statistical method that models the relationship between a dependent variable and one or more independent variables.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supervised Machine Learning Algorithms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variables are;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- Score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- Hours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To find the 'Line of Best Fit' that minimizes the error between actual and predicted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302387"/>
            <a:ext cx="6345260" cy="4206567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student_scores.csv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training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testing of our model, consisting of total 29 rows and 2 columns.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LR model, we identify two key variables: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 (X) : 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; the value ranges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to 9.8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hours, with an average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hours.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Variables (Y) : 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; the target we want to predict, values ranges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to 95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points, with an average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51.1 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 set consist the 80% of the dataset (23 rows), which is primarily being used for calculating the mathematical function of LR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mx + 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testing set consist the 20% of the dataset with some outliers values for checking the accuracy of the model.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(Code)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1BD40-C45B-23D6-B2D3-034BF1C14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25" y="2178276"/>
            <a:ext cx="6137950" cy="45764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6C0F-6573-EF00-1EDE-7B81611F6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267B-F141-B832-E8B2-B93F50FE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(Code)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5159B8-BA89-2B5A-E4B0-D1E197796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410" y="2173496"/>
            <a:ext cx="4931179" cy="458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6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the Correlation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95BE99-D04A-0AE7-122E-3F76A2F8B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500" y="6257006"/>
            <a:ext cx="3628960" cy="40148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Training dataset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E0298A-EDF7-FF16-7DD4-94C5C99D2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93" y="2251586"/>
            <a:ext cx="6690784" cy="38837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E3DC2-E0CC-DF2B-63DE-FA292993E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538AA-6096-8C00-8A64-9666BA2B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the Correlation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0AC48C-86E2-CE26-FA71-DA3D79817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500" y="6257006"/>
            <a:ext cx="3628960" cy="40148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Testing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302B5-9EEC-8303-2616-AB8A14819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09" y="2272735"/>
            <a:ext cx="6790596" cy="400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697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3F1A8-A334-690D-051E-B90504F0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7647-83F9-09AE-071D-7D5E6E64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Regression 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443425-9447-DF36-7011-FADDB1F02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500" y="6257006"/>
            <a:ext cx="3628960" cy="40148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Training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AA582-A698-86EB-74F2-C65957474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08" y="2271251"/>
            <a:ext cx="6716987" cy="391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94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069C-2F34-A720-D11A-F3162E68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BB7C-6942-CBD2-74EE-63D4941B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Regression 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D67DF0-85CA-034F-8418-02119C87B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500" y="6257006"/>
            <a:ext cx="3628960" cy="40148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Testing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C63053-3F32-31CA-9480-0F18DE615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88" y="2281083"/>
            <a:ext cx="6928993" cy="390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04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0BFD1-CD16-A51B-0F1A-38D7BEFF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DBB5D-CD2D-DF57-DD3D-7D84B1ADA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1F75FD1-6FD1-E10E-A77D-F6E3D0A0F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2347857"/>
              </p:ext>
            </p:extLst>
          </p:nvPr>
        </p:nvGraphicFramePr>
        <p:xfrm>
          <a:off x="706290" y="2528527"/>
          <a:ext cx="7778956" cy="3577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9478">
                  <a:extLst>
                    <a:ext uri="{9D8B030D-6E8A-4147-A177-3AD203B41FA5}">
                      <a16:colId xmlns:a16="http://schemas.microsoft.com/office/drawing/2014/main" val="3155859618"/>
                    </a:ext>
                  </a:extLst>
                </a:gridCol>
                <a:gridCol w="3889478">
                  <a:extLst>
                    <a:ext uri="{9D8B030D-6E8A-4147-A177-3AD203B41FA5}">
                      <a16:colId xmlns:a16="http://schemas.microsoft.com/office/drawing/2014/main" val="370362178"/>
                    </a:ext>
                  </a:extLst>
                </a:gridCol>
              </a:tblGrid>
              <a:tr h="5777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 Training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 Testing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79791"/>
                  </a:ext>
                </a:extLst>
              </a:tr>
              <a:tr h="9972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(R-Squared Score): 0.945 (94.5%)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(R-Squared Score): 0.057 (Negative)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44683"/>
                  </a:ext>
                </a:extLst>
              </a:tr>
              <a:tr h="5777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Absolute Error: 4.18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Absolute Error: 14.71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564099"/>
                  </a:ext>
                </a:extLst>
              </a:tr>
              <a:tr h="14245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Case: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Input: 9.25 Hours of Study/Day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Result: 93.69% Predicted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Case: with Outliers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Input: 9.25 Hours of Study/Day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Result: 71.58% Predicted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4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573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104</TotalTime>
  <Words>369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Ion Boardroom</vt:lpstr>
      <vt:lpstr>Student Score Prediction by Implementing Linear Regression</vt:lpstr>
      <vt:lpstr>What is Linear Regression?</vt:lpstr>
      <vt:lpstr>Dataset Used </vt:lpstr>
      <vt:lpstr>Model Training (Code)</vt:lpstr>
      <vt:lpstr>Model Training (Code)</vt:lpstr>
      <vt:lpstr>Visualizing the Correlation</vt:lpstr>
      <vt:lpstr>Visualizing the Correlation</vt:lpstr>
      <vt:lpstr>The Regression Line</vt:lpstr>
      <vt:lpstr>The Regression Line</vt:lpstr>
      <vt:lpstr>Model 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Anish Singh</cp:lastModifiedBy>
  <cp:revision>30</cp:revision>
  <dcterms:created xsi:type="dcterms:W3CDTF">2013-01-27T09:14:16Z</dcterms:created>
  <dcterms:modified xsi:type="dcterms:W3CDTF">2026-04-21T21:09:28Z</dcterms:modified>
  <cp:category/>
</cp:coreProperties>
</file>